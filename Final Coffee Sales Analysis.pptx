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4D1F-F36D-A300-15DC-5BACEA634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FA3C3-5DD2-0B63-E849-EBEE596BE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45866-C9D4-D7BF-2F4B-67B3CB12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FFF93-1674-23F6-533C-FE1BF548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48481-8449-0577-A189-BA85B2E1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5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70E84-CF8C-EFAB-85DC-3E124951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961C-939A-84FE-6954-6FF6E6604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5F4ED-907E-C31B-F002-2D1FA2D0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B35A2-0476-3096-A12D-453681C9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63D89-31CB-708C-DE09-7CD48418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3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86D9-5A92-9144-FCE3-24710BA13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00DF8-E554-1F22-83A0-A0883E44F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D801A-0078-5434-B7A0-6FCF4368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86FA9-D230-DC36-C98D-53414680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809CF-8EC1-4E85-10F6-2F25AECC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7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720E-DD41-D307-8C52-9D0928BE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456B-E454-C870-0388-193C7E695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952D9-3420-0E9E-D6C7-9185BEAF0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7A6B-B4AB-2810-FB96-198633F7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A8146-0B5C-EBF0-414A-9D5244D8F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0D140-EA9A-4426-2CAF-7F9B3555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45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3E75-63AB-9613-A697-F0EBA100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51794-7409-0945-8A2B-676175BE0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48D8A-8AA3-D9BB-3CAE-2E28E85CD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1D973-2812-1334-51AB-C3BA03A1B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7BCC0-6E3E-5C17-AAC8-1729A36D0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E3891-66EC-9431-179F-5AE811D6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0A130A-8ED1-1F9B-F55A-AFAA3972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3F3D1-CCB5-A744-8AEC-F5E856A5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3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BB3E-A750-8197-324D-8315310E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739C2-9058-AF2D-BC86-13CE9673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8F9D3-8869-0DFA-D447-67FA55AB4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EC43F-AB08-28BE-83B4-15A0CB0B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9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0C559-29D7-EAA5-7C0A-42A9E323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BE83A-9112-6C1A-3A74-C548C723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ECA0A-F6F3-1F49-57C6-58F7F179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0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7D87-89AB-BF97-521A-130CD0E0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073F1-999C-391D-20C5-DAE6B71AC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05F92-1479-84C0-CC32-57CB700D3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4FD51-BE4E-7750-3BA5-0A325759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A05F7-11DB-4CDC-5929-EB57B261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5689-387E-B7ED-86A6-80054902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75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7C8-B02A-17FC-3348-1E58B0A3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30FB12-BC73-6333-3CF9-B399404CE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3AE3F-9EF0-12FA-EAA2-D9615CAD1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669D1-F407-E518-AC59-116993E5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921A0-D64A-EC03-FAB9-1B262F61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82AD8-60D7-40A8-B26E-F1CE4047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2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ADF8-5F25-0B0C-8E92-C0E33F16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56770-BD8B-D566-18C3-D17AE8288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12F8C-F27A-3BC2-C469-9BAB5272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2EE06-5495-6EC5-28AB-6F1E9308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B747-FCB8-35CC-CC98-AE71C22A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8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A68E37-401E-DE3E-7020-664CF5FF5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AB5AD-75ED-C60E-6C0F-DEC8B34B1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F31C5-D894-3E38-87F9-819D7CEE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A0967-3FB6-85DF-0CDA-B00F459E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C686-A15F-508D-74B6-7E3CE60F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934C7F-1AC4-8912-53B8-623E0EFD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16854-795B-6723-4053-F0C03AC17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D5F15-9821-E5C6-5EDA-30CEC90EF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B9137-85F9-4DE6-817B-B2295EC8C09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69E9C-8DC9-E7DE-E376-58CBDF1CA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D02E3-7722-82EB-BC2C-8F112D3FB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2DD10-3EFE-4085-BC53-F9E143EFD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9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95817-A4B3-24A3-95AD-44561190C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 dirty="0"/>
              <a:t>Final Coffee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A3728-9359-CFB6-91F2-DC988A6CB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3575"/>
            <a:ext cx="9144000" cy="825909"/>
          </a:xfrm>
        </p:spPr>
        <p:txBody>
          <a:bodyPr anchor="ctr">
            <a:normAutofit/>
          </a:bodyPr>
          <a:lstStyle/>
          <a:p>
            <a:r>
              <a:rPr lang="en-US" dirty="0"/>
              <a:t>A Data-Driven Look at Sales Trends and Forecasting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9492D5F-8CEF-7A18-8132-184D393C9BE3}"/>
              </a:ext>
            </a:extLst>
          </p:cNvPr>
          <p:cNvSpPr txBox="1"/>
          <p:nvPr/>
        </p:nvSpPr>
        <p:spPr>
          <a:xfrm>
            <a:off x="8898194" y="5663381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Vaibhav Borkar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24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C42E4-F4D8-3D09-8391-D52318B3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Project Overview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19DEB-0873-6A7E-6EFC-74F753590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04014"/>
            <a:ext cx="9941319" cy="3438166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1133 sales transactions analyzed.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 range: March 1 – July 31, 2024.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included: products, prices, dates, payment methods, customer IDs.</a:t>
            </a:r>
          </a:p>
          <a:p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Focus Areas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Sales trends by time (hour/day/month)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Best-selling products &amp; revenue drivers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segmentation by frequency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7-day sales forecasting using ARIMA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774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C183D-EEFE-DA38-DCD3-2C5F3EDFC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Sales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62D72-8426-FD93-37EA-DE6D997C4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Sales: $9,062.32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Card Payments: $34,322.88 — 91% of total sales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Avg. Transaction: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$32.88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Cash Payments: $3,186.00 — 9% of total sales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Avg. Transaction: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$35.40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Card is the dominant payment method.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Cash users spend slightly more per transaction.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sales per month&#10;&#10;AI-generated content may be incorrect.">
            <a:extLst>
              <a:ext uri="{FF2B5EF4-FFF2-40B4-BE49-F238E27FC236}">
                <a16:creationId xmlns:a16="http://schemas.microsoft.com/office/drawing/2014/main" id="{87191A6D-E586-3D8B-3189-C3A49F6BF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025" y="841905"/>
            <a:ext cx="4193987" cy="231717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31E6B6FD-F855-D425-0B49-FA74AE8C1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066" y="3974155"/>
            <a:ext cx="4305905" cy="1776185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99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442AA-7CF0-59AB-D017-EB87E412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Top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CEBB-B35D-124C-49EE-DAA9E5F8A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By Revenue &amp; Volume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Latte: Highest revenue generator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Americano with Milk: Most purchased item (268 units sold)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Espresso: Strong, consistent seller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Recommendation: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Focus promotions and marketing efforts on these top 3 products to maximize sales and customer engagement.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coffee types&#10;&#10;AI-generated content may be incorrect.">
            <a:extLst>
              <a:ext uri="{FF2B5EF4-FFF2-40B4-BE49-F238E27FC236}">
                <a16:creationId xmlns:a16="http://schemas.microsoft.com/office/drawing/2014/main" id="{10BA9ACC-F119-297B-B4BD-E6169906B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7" r="23512" b="-2"/>
          <a:stretch>
            <a:fillRect/>
          </a:stretch>
        </p:blipFill>
        <p:spPr>
          <a:xfrm>
            <a:off x="6930493" y="1412190"/>
            <a:ext cx="4223252" cy="4093904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677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D28F7-7F5B-4DE8-DB09-6E9356151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 dirty="0"/>
              <a:t>Customer Behavior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15B741-B80E-9EBA-B7E1-7913C55B3F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9" y="2524721"/>
            <a:ext cx="4991629" cy="3677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 Customer: ANON-0000-0000-0012 with 88 purchases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Mostly drinks Americano</a:t>
            </a: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Spending &amp; Frequency: Strong positive correlation — frequent buyers spend more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Recency Impact: Minimal effect on overall sales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a number of customers&#10;&#10;AI-generated content may be incorrect.">
            <a:extLst>
              <a:ext uri="{FF2B5EF4-FFF2-40B4-BE49-F238E27FC236}">
                <a16:creationId xmlns:a16="http://schemas.microsoft.com/office/drawing/2014/main" id="{F202E0A8-D4E9-A4CB-7CD2-B286ADE0E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327" y="841905"/>
            <a:ext cx="3163382" cy="231717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aph of coffee types&#10;&#10;AI-generated content may be incorrect.">
            <a:extLst>
              <a:ext uri="{FF2B5EF4-FFF2-40B4-BE49-F238E27FC236}">
                <a16:creationId xmlns:a16="http://schemas.microsoft.com/office/drawing/2014/main" id="{653D7CD3-CD13-3AFE-86A5-FF97B2D49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203" y="3703659"/>
            <a:ext cx="3263630" cy="2317178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77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123C13-FD50-60AF-407B-3178D40A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Sales by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A07-7B71-D84D-8B3E-FB1B4A1E4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Peak Hours: 10 AM – 2 PM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Best Day: Tuesday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Top Month: May 2024 ($9,063.42)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Recommendation: Target peak hours and weekends for promotions and ads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showing the results of a long time&#10;&#10;AI-generated content may be incorrect.">
            <a:extLst>
              <a:ext uri="{FF2B5EF4-FFF2-40B4-BE49-F238E27FC236}">
                <a16:creationId xmlns:a16="http://schemas.microsoft.com/office/drawing/2014/main" id="{65D7BDC2-27F1-C0ED-97AD-F1A8B0E1B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929" y="841905"/>
            <a:ext cx="3252179" cy="231717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showing the amount of sales&#10;&#10;AI-generated content may be incorrect.">
            <a:extLst>
              <a:ext uri="{FF2B5EF4-FFF2-40B4-BE49-F238E27FC236}">
                <a16:creationId xmlns:a16="http://schemas.microsoft.com/office/drawing/2014/main" id="{2E5DB19C-1209-97BF-ECC5-4D15BFCA1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874" y="3703659"/>
            <a:ext cx="4232288" cy="231717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889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024C6-C43D-703A-35BC-D757898F7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Seasonality &amp; Trends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3AA954-3028-0674-A689-760BC5520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9" y="2524721"/>
            <a:ext cx="4991629" cy="3677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Weekly Peaks: Fridays &amp; Saturdays show highest sales spikes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Monthly Pattern: Mid-month sales peaks consistently observed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Trend: Steady upward growth over the period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several blue and white waves&#10;&#10;AI-generated content may be incorrect.">
            <a:extLst>
              <a:ext uri="{FF2B5EF4-FFF2-40B4-BE49-F238E27FC236}">
                <a16:creationId xmlns:a16="http://schemas.microsoft.com/office/drawing/2014/main" id="{EC0AFBC7-2A4F-7BDF-AC41-68CABFD3E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3" r="10789" b="1"/>
          <a:stretch>
            <a:fillRect/>
          </a:stretch>
        </p:blipFill>
        <p:spPr>
          <a:xfrm>
            <a:off x="6930493" y="1412168"/>
            <a:ext cx="4223252" cy="4093947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72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33B5A-29E0-4942-4583-AB70F14D7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 dirty="0"/>
              <a:t>Sales Forecasting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F27C57-9815-546B-E06A-497CF19F17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9" y="2524721"/>
            <a:ext cx="4991629" cy="36771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Used: ARIMA (1,1,1)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7-Day Forecast: Approximately $428 per day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Outlook: Stable sales expected with no significant dips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showing a graph&#10;&#10;AI-generated content may be incorrect.">
            <a:extLst>
              <a:ext uri="{FF2B5EF4-FFF2-40B4-BE49-F238E27FC236}">
                <a16:creationId xmlns:a16="http://schemas.microsoft.com/office/drawing/2014/main" id="{93A3E7CF-DC40-E19E-2688-AFEEEE933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493" y="2324143"/>
            <a:ext cx="4223252" cy="2269997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337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E3D34-7D10-B322-1291-78AE913B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Strategic Opportunities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D36D3F-DB9A-6076-92DD-00750D7B6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Launch a Loyalty Program targeting card payment users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Promote Top-Selling Products during peak hours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 Weekend Campaigns to capitalize on increased traffic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 Mid-Month Promotions to boost revenue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717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8EB2B-1B3C-18C3-1C6C-DDD3DF2E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6B7BCD-D95A-AA8C-CE7D-D20D2A224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74320D1-0407-C51D-83C5-FC364AAE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35E8D36-9418-2551-2F5B-DF3BB69BE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2AE968-BA83-6114-3D86-D9EC75684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021B2D4-51A2-E95F-F238-EBF48D6A1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89285C7-D5CE-ED24-24B2-A076EC1A2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19DE8-639B-AA8D-89A2-80E941BF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Next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A7191F-0C73-220D-9152-37AADB398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Deploy promotions based on time and product insights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Monitor top customer segments for personalization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Reassess forecast monthly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Use insights for pricing, staffing, and marketing decisions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4451EEB-BD56-0528-319F-89661BB74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892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381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Final Coffee Sales Analysis</vt:lpstr>
      <vt:lpstr>Project Overview</vt:lpstr>
      <vt:lpstr>Sales Overview</vt:lpstr>
      <vt:lpstr>Top Products</vt:lpstr>
      <vt:lpstr>Customer Behavior</vt:lpstr>
      <vt:lpstr>Sales by Time</vt:lpstr>
      <vt:lpstr>Seasonality &amp; Trends</vt:lpstr>
      <vt:lpstr>Sales Forecasting</vt:lpstr>
      <vt:lpstr>Strategic Opportunities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Vaidhavi Borkar</dc:creator>
  <cp:lastModifiedBy>Vaidhavi Borkar</cp:lastModifiedBy>
  <cp:revision>1</cp:revision>
  <dcterms:created xsi:type="dcterms:W3CDTF">2025-06-06T14:34:39Z</dcterms:created>
  <dcterms:modified xsi:type="dcterms:W3CDTF">2025-06-06T15:24:26Z</dcterms:modified>
</cp:coreProperties>
</file>